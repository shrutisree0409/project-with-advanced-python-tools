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548640"/>
            <a:ext cx="2926080" cy="2926080"/>
          </a:xfrm>
          <a:prstGeom prst="ellipse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560320" cy="256032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365760"/>
            <a:ext cx="1645920" cy="1645920"/>
          </a:xfrm>
          <a:prstGeom prst="ellipse">
            <a:avLst/>
          </a:prstGeom>
          <a:solidFill>
            <a:srgbClr val="DB2777">
              <a:alpha val="45000"/>
            </a:srgbClr>
          </a:solidFill>
          <a:ln w="12700">
            <a:solidFill>
              <a:srgbClr val="DB2777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502920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502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Module 10 — Advanced Python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Python Data Science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</a:rPr>
              <a:t>NumPy  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·  </a:t>
            </a:r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</a:rPr>
              <a:t>Pandas  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·  </a:t>
            </a:r>
            <a:pPr algn="ctr" indent="0" marL="0">
              <a:buNone/>
            </a:pPr>
            <a:r>
              <a:rPr lang="en-US" sz="2200" b="1" dirty="0">
                <a:solidFill>
                  <a:srgbClr val="FB923C"/>
                </a:solidFill>
              </a:rPr>
              <a:t>Matplotlib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74720" y="2578608"/>
            <a:ext cx="21945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34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B5FD"/>
                </a:solidFill>
              </a:rPr>
              <a:t>Shrutisree Ghosh Moulick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github.com/Shrutisree0409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011680" y="4206240"/>
            <a:ext cx="1554480" cy="457200"/>
          </a:xfrm>
          <a:prstGeom prst="roundRect">
            <a:avLst>
              <a:gd name="adj" fmla="val 24000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4206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NumPy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0" y="4206240"/>
            <a:ext cx="1554480" cy="457200"/>
          </a:xfrm>
          <a:prstGeom prst="roundRect">
            <a:avLst>
              <a:gd name="adj" fmla="val 24000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7640" y="4206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Pandas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0" y="4206240"/>
            <a:ext cx="1554480" cy="457200"/>
          </a:xfrm>
          <a:prstGeom prst="roundRect">
            <a:avLst>
              <a:gd name="adj" fmla="val 24000"/>
            </a:avLst>
          </a:prstGeom>
          <a:solidFill>
            <a:srgbClr val="EA580C">
              <a:alpha val="70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4206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Matplotlib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</a:rPr>
              <a:t>What We Built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2651760" cy="3474720"/>
          </a:xfrm>
          <a:prstGeom prst="roundRect">
            <a:avLst>
              <a:gd name="adj" fmla="val 5517"/>
            </a:avLst>
          </a:prstGeom>
          <a:solidFill>
            <a:srgbClr val="EDE9FE"/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005840"/>
            <a:ext cx="2651760" cy="822960"/>
          </a:xfrm>
          <a:prstGeom prst="roundRect">
            <a:avLst>
              <a:gd name="adj" fmla="val 1777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417320"/>
            <a:ext cx="265176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Assignment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NumPy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99339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Array creation, statistics,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matrix ops &amp; slicing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" y="3035808"/>
            <a:ext cx="2322576" cy="329184"/>
          </a:xfrm>
          <a:prstGeom prst="roundRect">
            <a:avLst>
              <a:gd name="adj" fmla="val 25000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3035808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Arrays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072" y="3474720"/>
            <a:ext cx="2322576" cy="329184"/>
          </a:xfrm>
          <a:prstGeom prst="roundRect">
            <a:avLst>
              <a:gd name="adj" fmla="val 25000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3474720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Statistics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" y="3913632"/>
            <a:ext cx="2322576" cy="329184"/>
          </a:xfrm>
          <a:prstGeom prst="roundRect">
            <a:avLst>
              <a:gd name="adj" fmla="val 25000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3913632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Dot Product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1005840"/>
            <a:ext cx="2651760" cy="3474720"/>
          </a:xfrm>
          <a:prstGeom prst="roundRect">
            <a:avLst>
              <a:gd name="adj" fmla="val 5517"/>
            </a:avLst>
          </a:prstGeom>
          <a:solidFill>
            <a:srgbClr val="CCFBF1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005840"/>
            <a:ext cx="2651760" cy="82296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1417320"/>
            <a:ext cx="26517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1051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Assignment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46120" y="138988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Pandas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383280" y="199339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DataFrames, filtering,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groupBy &amp; CSV export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10712" y="3035808"/>
            <a:ext cx="2322576" cy="329184"/>
          </a:xfrm>
          <a:prstGeom prst="roundRect">
            <a:avLst>
              <a:gd name="adj" fmla="val 25000"/>
            </a:avLst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0712" y="3035808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DataFrame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10712" y="3474720"/>
            <a:ext cx="2322576" cy="329184"/>
          </a:xfrm>
          <a:prstGeom prst="roundRect">
            <a:avLst>
              <a:gd name="adj" fmla="val 25000"/>
            </a:avLst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0712" y="3474720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GroupBy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10712" y="3913632"/>
            <a:ext cx="2322576" cy="329184"/>
          </a:xfrm>
          <a:prstGeom prst="roundRect">
            <a:avLst>
              <a:gd name="adj" fmla="val 25000"/>
            </a:avLst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0712" y="3913632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CSV Export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80760" y="1005840"/>
            <a:ext cx="2651760" cy="3474720"/>
          </a:xfrm>
          <a:prstGeom prst="roundRect">
            <a:avLst>
              <a:gd name="adj" fmla="val 5517"/>
            </a:avLst>
          </a:prstGeom>
          <a:solidFill>
            <a:srgbClr val="FFEDD5"/>
          </a:solidFill>
          <a:ln w="12700">
            <a:solidFill>
              <a:srgbClr val="EA580C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0760" y="1005840"/>
            <a:ext cx="2651760" cy="822960"/>
          </a:xfrm>
          <a:prstGeom prst="roundRect">
            <a:avLst>
              <a:gd name="adj" fmla="val 17778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80760" y="1417320"/>
            <a:ext cx="2651760" cy="4114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0760" y="1051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Assignment 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80760" y="138988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Matplotlib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217920" y="199339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Line, bar, pie charts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&amp; histogram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45352" y="3035808"/>
            <a:ext cx="2322576" cy="329184"/>
          </a:xfrm>
          <a:prstGeom prst="roundRect">
            <a:avLst>
              <a:gd name="adj" fmla="val 25000"/>
            </a:avLst>
          </a:prstGeom>
          <a:solidFill>
            <a:srgbClr val="EA580C">
              <a:alpha val="18000"/>
            </a:srgbClr>
          </a:solidFill>
          <a:ln w="12700">
            <a:solidFill>
              <a:srgbClr val="EA580C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45352" y="3035808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580C"/>
                </a:solidFill>
              </a:rPr>
              <a:t>Line Plot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45352" y="3474720"/>
            <a:ext cx="2322576" cy="329184"/>
          </a:xfrm>
          <a:prstGeom prst="roundRect">
            <a:avLst>
              <a:gd name="adj" fmla="val 25000"/>
            </a:avLst>
          </a:prstGeom>
          <a:solidFill>
            <a:srgbClr val="EA580C">
              <a:alpha val="18000"/>
            </a:srgbClr>
          </a:solidFill>
          <a:ln w="12700">
            <a:solidFill>
              <a:srgbClr val="EA580C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45352" y="3474720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580C"/>
                </a:solidFill>
              </a:rPr>
              <a:t>Bar Graph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45352" y="3913632"/>
            <a:ext cx="2322576" cy="329184"/>
          </a:xfrm>
          <a:prstGeom prst="roundRect">
            <a:avLst>
              <a:gd name="adj" fmla="val 25000"/>
            </a:avLst>
          </a:prstGeom>
          <a:solidFill>
            <a:srgbClr val="EA580C">
              <a:alpha val="18000"/>
            </a:srgbClr>
          </a:solidFill>
          <a:ln w="12700">
            <a:solidFill>
              <a:srgbClr val="EA580C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45352" y="3913632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580C"/>
                </a:solidFill>
              </a:rPr>
              <a:t>Pie Chart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Assignment 1 — NumPy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</a:rPr>
              <a:t>1D Arrays &amp; Statistics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5029200" cy="3291840"/>
          </a:xfrm>
          <a:prstGeom prst="roundRect">
            <a:avLst>
              <a:gd name="adj" fmla="val 3889"/>
            </a:avLst>
          </a:prstGeom>
          <a:solidFill>
            <a:srgbClr val="1E1B4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1D array 1 to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arr1d = np.arange(1, 21)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4708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np.sum(arr1d)    → 210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np.mean(arr1d)   → 10.5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35915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np.median(arr1d) → 10.5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61518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np.std(arr1d)    → 5.766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94436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np.where(arr1d &gt; 10)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20040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indices [10,11,...,19]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1143000"/>
            <a:ext cx="1554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77840" y="134416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</a:rPr>
              <a:t>210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577840" y="19476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Sum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69480" y="1143000"/>
            <a:ext cx="1554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D948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69480" y="134416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</a:rPr>
              <a:t>10.5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269480" y="19476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Mean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697480"/>
            <a:ext cx="1554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580C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77840" y="289864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A580C"/>
                </a:solidFill>
              </a:rPr>
              <a:t>5.77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577840" y="350215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Std Dev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269480" y="2697480"/>
            <a:ext cx="1554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B2777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69480" y="289864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B2777"/>
                </a:solidFill>
              </a:rPr>
              <a:t>10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269480" y="350215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Elements &gt;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Assignment 1 — NumPy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</a:rPr>
              <a:t>2D Arrays, Transpose &amp; Matrix Ops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114800" cy="3474720"/>
          </a:xfrm>
          <a:prstGeom prst="roundRect">
            <a:avLst>
              <a:gd name="adj" fmla="val 3684"/>
            </a:avLst>
          </a:prstGeom>
          <a:solidFill>
            <a:srgbClr val="EDE9FE"/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4×4 Array (1–16)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916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52728" y="1691640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52728" y="16916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02536" y="1691640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02536" y="16916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52344" y="1691640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52344" y="16916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167128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7C3AED">
              <a:alpha val="32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16712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252728" y="2167128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7C3AED">
              <a:alpha val="32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52728" y="216712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002536" y="2167128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7C3AED">
              <a:alpha val="32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02536" y="216712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7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52344" y="2167128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7C3AED">
              <a:alpha val="32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52344" y="216712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8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2642616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7C3AED">
              <a:alpha val="24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64261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9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252728" y="2642616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7C3AED">
              <a:alpha val="24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52728" y="264261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10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002536" y="2642616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7C3AED">
              <a:alpha val="24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02536" y="264261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11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52344" y="2642616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7C3AED">
              <a:alpha val="24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52344" y="264261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12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" y="3118104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7C3AED">
              <a:alpha val="16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11810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13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252728" y="3118104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7C3AED">
              <a:alpha val="16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52728" y="311810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14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002536" y="3118104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7C3AED">
              <a:alpha val="16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02536" y="311810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15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752344" y="3118104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7C3AED">
              <a:alpha val="16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52344" y="311810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16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3657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 sums:  [10, 26, 42, 58]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39502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sums:  [28, 32, 36, 40]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1115568"/>
            <a:ext cx="4114800" cy="3474720"/>
          </a:xfrm>
          <a:prstGeom prst="roundRect">
            <a:avLst>
              <a:gd name="adj" fmla="val 3684"/>
            </a:avLst>
          </a:prstGeom>
          <a:solidFill>
            <a:srgbClr val="FFEDD5"/>
          </a:solidFill>
          <a:ln w="12700">
            <a:solidFill>
              <a:srgbClr val="EA580C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12070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</a:rPr>
              <a:t>3×3 Random Arrays — Operations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800600" y="1691640"/>
            <a:ext cx="37947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173736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Element-wise +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903720" y="1737360"/>
            <a:ext cx="1572768" cy="365760"/>
          </a:xfrm>
          <a:prstGeom prst="roundRect">
            <a:avLst>
              <a:gd name="adj" fmla="val 20000"/>
            </a:avLst>
          </a:prstGeom>
          <a:solidFill>
            <a:srgbClr val="0D9488">
              <a:alpha val="85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03720" y="17373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b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00600" y="2404872"/>
            <a:ext cx="37947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0" y="245059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Element-wise −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903720" y="2450592"/>
            <a:ext cx="1572768" cy="365760"/>
          </a:xfrm>
          <a:prstGeom prst="roundRect">
            <a:avLst>
              <a:gd name="adj" fmla="val 20000"/>
            </a:avLst>
          </a:prstGeom>
          <a:solidFill>
            <a:srgbClr val="7C3AED">
              <a:alpha val="85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03720" y="245059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- b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00600" y="3118104"/>
            <a:ext cx="37947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A580C">
                <a:alpha val="4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37760" y="316382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Element-wise ×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903720" y="3163824"/>
            <a:ext cx="1572768" cy="365760"/>
          </a:xfrm>
          <a:prstGeom prst="roundRect">
            <a:avLst>
              <a:gd name="adj" fmla="val 20000"/>
            </a:avLst>
          </a:prstGeom>
          <a:solidFill>
            <a:srgbClr val="EA580C">
              <a:alpha val="85000"/>
            </a:srgbClr>
          </a:solidFill>
          <a:ln w="12700">
            <a:solidFill>
              <a:srgbClr val="EA580C">
                <a:alpha val="6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03720" y="316382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* b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800600" y="3831336"/>
            <a:ext cx="37947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B2777">
                <a:alpha val="4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37760" y="387705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Dot Product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903720" y="3877056"/>
            <a:ext cx="1572768" cy="365760"/>
          </a:xfrm>
          <a:prstGeom prst="roundRect">
            <a:avLst>
              <a:gd name="adj" fmla="val 20000"/>
            </a:avLst>
          </a:prstGeom>
          <a:solidFill>
            <a:srgbClr val="DB2777">
              <a:alpha val="85000"/>
            </a:srgbClr>
          </a:solidFill>
          <a:ln w="12700">
            <a:solidFill>
              <a:srgbClr val="DB2777">
                <a:alpha val="6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03720" y="3877056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np.dot(a, b)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800600" y="43159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A580C"/>
                </a:solidFill>
              </a:rPr>
              <a:t>np.random.seed(42) → reproducible results every run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Assignment 2 — Pandas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</a:rPr>
              <a:t>DataFrames &amp; Data Manipulation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5120640" cy="35204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0D948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8872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Employee DataFrame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" y="1609344"/>
            <a:ext cx="10972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093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Name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81328" y="1609344"/>
            <a:ext cx="59436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81328" y="1609344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84832" y="1609344"/>
            <a:ext cx="10058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84832" y="160934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Dept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90672" y="1609344"/>
            <a:ext cx="10058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90672" y="160934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Salary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96512" y="1609344"/>
            <a:ext cx="804672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96512" y="1609344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Bonus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1956816"/>
            <a:ext cx="1097280" cy="43891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1956816"/>
            <a:ext cx="10972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Alice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481328" y="1956816"/>
            <a:ext cx="594360" cy="43891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81328" y="1956816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24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084832" y="1956816"/>
            <a:ext cx="1005840" cy="43891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84832" y="195681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HR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090672" y="1956816"/>
            <a:ext cx="1005840" cy="43891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195681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45,000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096512" y="1956816"/>
            <a:ext cx="804672" cy="43891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96512" y="1956816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4,500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84048" y="2414016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2414016"/>
            <a:ext cx="10972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Bob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481328" y="2414016"/>
            <a:ext cx="594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81328" y="2414016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27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084832" y="2414016"/>
            <a:ext cx="1005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84832" y="241401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Finance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090672" y="2414016"/>
            <a:ext cx="1005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90672" y="241401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54,000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096512" y="2414016"/>
            <a:ext cx="80467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96512" y="2414016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5,400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84048" y="2871216"/>
            <a:ext cx="1097280" cy="43891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2871216"/>
            <a:ext cx="10972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Charlie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481328" y="2871216"/>
            <a:ext cx="594360" cy="43891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81328" y="2871216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22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084832" y="2871216"/>
            <a:ext cx="1005840" cy="43891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84832" y="287121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IT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090672" y="2871216"/>
            <a:ext cx="1005840" cy="43891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90672" y="287121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50,000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096512" y="2871216"/>
            <a:ext cx="804672" cy="43891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96512" y="2871216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5,000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84048" y="3328416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" y="3328416"/>
            <a:ext cx="10972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Diana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481328" y="3328416"/>
            <a:ext cx="594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481328" y="3328416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32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084832" y="3328416"/>
            <a:ext cx="1005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84832" y="332841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Marketing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090672" y="3328416"/>
            <a:ext cx="1005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090672" y="332841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62,000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096512" y="3328416"/>
            <a:ext cx="80467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96512" y="3328416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6,200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84048" y="3785616"/>
            <a:ext cx="1097280" cy="43891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4048" y="3785616"/>
            <a:ext cx="10972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Eve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481328" y="3785616"/>
            <a:ext cx="594360" cy="43891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481328" y="3785616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29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084832" y="3785616"/>
            <a:ext cx="1005840" cy="43891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084832" y="378561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HR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090672" y="3785616"/>
            <a:ext cx="1005840" cy="43891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090672" y="378561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47,000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096512" y="3785616"/>
            <a:ext cx="804672" cy="43891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096512" y="3785616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4,700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623560" y="1097280"/>
            <a:ext cx="3154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5760720" y="1161288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Filter (Age 25–30)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5760720" y="1481328"/>
            <a:ext cx="2880360" cy="640080"/>
          </a:xfrm>
          <a:prstGeom prst="roundRect">
            <a:avLst>
              <a:gd name="adj" fmla="val 12857"/>
            </a:avLst>
          </a:prstGeom>
          <a:solidFill>
            <a:srgbClr val="1E1B4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833872" y="1508760"/>
            <a:ext cx="272491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df[(df['Age']&gt;=25)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&amp;(df['Age']&lt;=30)]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623560" y="2423160"/>
            <a:ext cx="3154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A580C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5760720" y="2487168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</a:rPr>
              <a:t>GroupBy Dept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760720" y="2807208"/>
            <a:ext cx="2880360" cy="640080"/>
          </a:xfrm>
          <a:prstGeom prst="roundRect">
            <a:avLst>
              <a:gd name="adj" fmla="val 12857"/>
            </a:avLst>
          </a:prstGeom>
          <a:solidFill>
            <a:srgbClr val="1E1B4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833872" y="2834640"/>
            <a:ext cx="272491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df.groupby('Department')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['Salary'].mean()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623560" y="3749040"/>
            <a:ext cx="3154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B2777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5760720" y="3813048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B2777"/>
                </a:solidFill>
              </a:rPr>
              <a:t>Sort &amp; Export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5760720" y="4133088"/>
            <a:ext cx="2880360" cy="640080"/>
          </a:xfrm>
          <a:prstGeom prst="roundRect">
            <a:avLst>
              <a:gd name="adj" fmla="val 12857"/>
            </a:avLst>
          </a:prstGeom>
          <a:solidFill>
            <a:srgbClr val="1E1B4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833872" y="4160520"/>
            <a:ext cx="272491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df.sort_values('Salary')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.to_csv('out.csv')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Assignment 3 — Matplotlib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</a:rPr>
              <a:t>Data Visualization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60520" cy="1783080"/>
          </a:xfrm>
          <a:prstGeom prst="roundRect">
            <a:avLst>
              <a:gd name="adj" fmla="val 7179"/>
            </a:avLst>
          </a:prstGeom>
          <a:solidFill>
            <a:srgbClr val="DBEAFE"/>
          </a:solidFill>
          <a:ln w="12700">
            <a:solidFill>
              <a:srgbClr val="2563EB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48056" y="12344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563EB">
              <a:alpha val="80000"/>
            </a:srgbClr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97864" y="1252728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Line Plot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97864" y="161848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Trend over x=[1..5]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y=[10,15,25,30,50]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27448" y="1051560"/>
            <a:ext cx="4160520" cy="1783080"/>
          </a:xfrm>
          <a:prstGeom prst="roundRect">
            <a:avLst>
              <a:gd name="adj" fmla="val 7179"/>
            </a:avLst>
          </a:prstGeom>
          <a:solidFill>
            <a:srgbClr val="EDE9FE"/>
          </a:solidFill>
          <a:ln w="12700">
            <a:solidFill>
              <a:srgbClr val="7C3AED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55464" y="12344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5464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605272" y="1252728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</a:rPr>
              <a:t>Bar Graph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05272" y="161848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Student marks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(John, Jane, Alice, Bob)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044952"/>
            <a:ext cx="4160520" cy="1783080"/>
          </a:xfrm>
          <a:prstGeom prst="roundRect">
            <a:avLst>
              <a:gd name="adj" fmla="val 7179"/>
            </a:avLst>
          </a:prstGeom>
          <a:solidFill>
            <a:srgbClr val="FFEDD5"/>
          </a:solidFill>
          <a:ln w="12700">
            <a:solidFill>
              <a:srgbClr val="EA580C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8056" y="3227832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EA580C">
              <a:alpha val="80000"/>
            </a:srgbClr>
          </a:solidFill>
          <a:ln w="12700">
            <a:solidFill>
              <a:srgbClr val="EA580C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" y="3227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🥧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97864" y="324612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</a:rPr>
              <a:t>Pie Chart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97864" y="361188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Revenue by region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North America highlighted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27448" y="3044952"/>
            <a:ext cx="4160520" cy="1783080"/>
          </a:xfrm>
          <a:prstGeom prst="roundRect">
            <a:avLst>
              <a:gd name="adj" fmla="val 7179"/>
            </a:avLst>
          </a:prstGeom>
          <a:solidFill>
            <a:srgbClr val="CCFBF1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55464" y="3227832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5464" y="3227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605272" y="324612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</a:rPr>
              <a:t>Histogram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05272" y="361188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1000 random integers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</a:rPr>
              <a:t>between 1–100 (bins=20)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4645152"/>
            <a:ext cx="8485632" cy="347472"/>
          </a:xfrm>
          <a:prstGeom prst="roundRect">
            <a:avLst>
              <a:gd name="adj" fmla="val 26316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6634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plt.plot()  ·  plt.bar()  ·  plt.pie()  ·  plt.hist()  ·  plt.title()  ·  plt.show()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560320" cy="256032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Key Learnings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Skills gained across all three assignments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160520" cy="1572768"/>
          </a:xfrm>
          <a:prstGeom prst="roundRect">
            <a:avLst>
              <a:gd name="adj" fmla="val 814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4356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🔢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25296" y="145389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NumPy Fundamentals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25296" y="1801368"/>
            <a:ext cx="31638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</a:rPr>
              <a:t>Array creation · Statistical ops · Matrix math · Slicing &amp; reshaping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4160520" cy="1572768"/>
          </a:xfrm>
          <a:prstGeom prst="roundRect">
            <a:avLst>
              <a:gd name="adj" fmla="val 814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82896" y="14356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🗂️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614416" y="145389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Pandas for Data Analysis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14416" y="1801368"/>
            <a:ext cx="31638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</a:rPr>
              <a:t>DataFrames · Filtering · GroupBy · Sorting · CSV I/O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4160520" cy="1572768"/>
          </a:xfrm>
          <a:prstGeom prst="roundRect">
            <a:avLst>
              <a:gd name="adj" fmla="val 814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B923C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32186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225296" y="323697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</a:rPr>
              <a:t>Matplotlib Visualization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25296" y="3584448"/>
            <a:ext cx="31638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</a:rPr>
              <a:t>Line · Bar · Pie · Histogram · Titles, grids &amp; labels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108960"/>
            <a:ext cx="4160520" cy="1572768"/>
          </a:xfrm>
          <a:prstGeom prst="roundRect">
            <a:avLst>
              <a:gd name="adj" fmla="val 814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82896" y="32186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614416" y="323697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Python Best Practices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14416" y="3584448"/>
            <a:ext cx="31638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</a:rPr>
              <a:t>Markdown docs · Jupyter notebooks · Reproducible seeds · Clean code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1B4B"/>
                </a:solidFill>
              </a:rPr>
              <a:t>Find the Code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All notebooks available on GitHub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3108960"/>
          </a:xfrm>
          <a:prstGeom prst="roundRect">
            <a:avLst>
              <a:gd name="adj" fmla="val 588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00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⚡ GitHub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</a:rPr>
              <a:t>github.com/Shrutisree0409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633472"/>
            <a:ext cx="3291840" cy="402336"/>
          </a:xfrm>
          <a:prstGeom prst="roundRect">
            <a:avLst>
              <a:gd name="adj" fmla="val 1818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651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📓  numpy_assignment.ipynb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3145536"/>
            <a:ext cx="3291840" cy="402336"/>
          </a:xfrm>
          <a:prstGeom prst="roundRect">
            <a:avLst>
              <a:gd name="adj" fmla="val 1818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16382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📓  pandas_assignment.ipynb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3657600"/>
            <a:ext cx="3291840" cy="402336"/>
          </a:xfrm>
          <a:prstGeom prst="roundRect">
            <a:avLst>
              <a:gd name="adj" fmla="val 1818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6758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📓  matplotlib_assignment.ipynb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3657600" cy="3108960"/>
          </a:xfrm>
          <a:prstGeom prst="roundRect">
            <a:avLst>
              <a:gd name="adj" fmla="val 5882"/>
            </a:avLst>
          </a:prstGeom>
          <a:solidFill>
            <a:srgbClr val="0A66C2"/>
          </a:solidFill>
          <a:ln w="12700">
            <a:solidFill>
              <a:srgbClr val="00418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600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 LinkedIn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937760" y="21305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DBFE"/>
                </a:solidFill>
              </a:rPr>
              <a:t>Shrutisree Ghosh Moulick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57860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Sharing learnings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Python · Data Science · ML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56048" y="3291840"/>
            <a:ext cx="987552" cy="310896"/>
          </a:xfrm>
          <a:prstGeom prst="roundRect">
            <a:avLst>
              <a:gd name="adj" fmla="val 23529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329184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#Python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53328" y="3291840"/>
            <a:ext cx="987552" cy="310896"/>
          </a:xfrm>
          <a:prstGeom prst="roundRect">
            <a:avLst>
              <a:gd name="adj" fmla="val 23529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329184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#NumPy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50608" y="3291840"/>
            <a:ext cx="987552" cy="310896"/>
          </a:xfrm>
          <a:prstGeom prst="roundRect">
            <a:avLst>
              <a:gd name="adj" fmla="val 23529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0608" y="329184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#Pandas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56048" y="3749040"/>
            <a:ext cx="987552" cy="310896"/>
          </a:xfrm>
          <a:prstGeom prst="roundRect">
            <a:avLst>
              <a:gd name="adj" fmla="val 23529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374904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#Matplotlib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53328" y="3749040"/>
            <a:ext cx="987552" cy="310896"/>
          </a:xfrm>
          <a:prstGeom prst="roundRect">
            <a:avLst>
              <a:gd name="adj" fmla="val 23529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53328" y="374904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#DataScience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371600" y="4645152"/>
            <a:ext cx="6400800" cy="347472"/>
          </a:xfrm>
          <a:prstGeom prst="roundRect">
            <a:avLst>
              <a:gd name="adj" fmla="val 26316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63040" y="466344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Built with Python 🐍 · Jupyter Notebooks · Module 10 — Advanced Python Tools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Data Science - Module 10</dc:title>
  <dc:subject>PptxGenJS Presentation</dc:subject>
  <dc:creator>Shrutisree Ghosh Moulick</dc:creator>
  <cp:lastModifiedBy>Shrutisree Ghosh Moulick</cp:lastModifiedBy>
  <cp:revision>1</cp:revision>
  <dcterms:created xsi:type="dcterms:W3CDTF">2026-06-28T14:19:27Z</dcterms:created>
  <dcterms:modified xsi:type="dcterms:W3CDTF">2026-06-28T14:19:27Z</dcterms:modified>
</cp:coreProperties>
</file>